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Events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Features</c:v>
                  </c:pt>
                  <c:pt idx="1">
                    <c:v>Support</c:v>
                  </c:pt>
                  <c:pt idx="2">
                    <c:v>Budget</c:v>
                  </c:pt>
                  <c:pt idx="3">
                    <c:v>Unknown</c:v>
                  </c:pt>
                  <c:pt idx="4">
                    <c:v>Competitor</c:v>
                  </c:pt>
                  <c:pt idx="5">
                    <c:v>Pricing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114</c:v>
                </c:pt>
                <c:pt idx="1">
                  <c:v>104</c:v>
                </c:pt>
                <c:pt idx="2">
                  <c:v>104</c:v>
                </c:pt>
                <c:pt idx="3">
                  <c:v>95</c:v>
                </c:pt>
                <c:pt idx="4">
                  <c:v>92</c:v>
                </c:pt>
                <c:pt idx="5">
                  <c:v>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8E44A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DevTools</c:v>
                  </c:pt>
                  <c:pt idx="1">
                    <c:v>FinTech</c:v>
                  </c:pt>
                  <c:pt idx="2">
                    <c:v>HealthTech</c:v>
                  </c:pt>
                  <c:pt idx="3">
                    <c:v>EdTech</c:v>
                  </c:pt>
                  <c:pt idx="4">
                    <c:v>Cybersecurity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</c:v>
                </c:pt>
                <c:pt idx="1">
                  <c:v>22.3</c:v>
                </c:pt>
                <c:pt idx="2">
                  <c:v>21.9</c:v>
                </c:pt>
                <c:pt idx="3">
                  <c:v>16.5</c:v>
                </c:pt>
                <c:pt idx="4">
                  <c:v>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RAVENSTACK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SaaS Churn &amp; Revenue Analysis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churn drivers, revenue risk, and retention opportunities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public launch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840480"/>
            <a:ext cx="2286000" cy="0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023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Jai Varanasi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InsightArc Analytics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RavenStack is losing customers before they find value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560320" cy="96012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54864" cy="9601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544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7830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accounts across 5 industries piloted RavenStack's AI team tools over 2 years.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463040"/>
            <a:ext cx="2560320" cy="960120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463040"/>
            <a:ext cx="54864" cy="9601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5544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0" y="17830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churn rate with 32% of all churn in the first 60 days. DevTools vertical at 31%.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1463040"/>
            <a:ext cx="2560320" cy="960120"/>
          </a:xfrm>
          <a:prstGeom prst="rect">
            <a:avLst/>
          </a:prstGeom>
          <a:solidFill>
            <a:srgbClr val="F0FF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0" y="1463040"/>
            <a:ext cx="54864" cy="9601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15544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72200" y="17830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retention investment on the first 60 days, fix feature gaps, and build a DevTools-specific onboarding flow.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743200"/>
            <a:ext cx="1874520" cy="7772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2852928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640" y="30632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22.0%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2532888" y="2743200"/>
            <a:ext cx="1874520" cy="7772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532888" y="2852928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ACCOUNTS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532888" y="30632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390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4517136" y="2743200"/>
            <a:ext cx="1874520" cy="7772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17136" y="2852928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MRR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17136" y="30632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$931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501384" y="2743200"/>
            <a:ext cx="1874520" cy="7772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01384" y="2852928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CHURN REASON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501384" y="30632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48640" y="38404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 (Pandas, Seaborn) · MySQL · Tableau Public · PowerPoint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4114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RavenStack Synthetic SaaS Dataset (33K+ rows, 5 tables) · Credit: River @ Rivalytics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32% of all churn happens within the first 60 days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survive the first 2 months have dramatically higher retention. This is an onboarding problem, not a product problem.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560320" cy="1463040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0116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113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churned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month 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920240"/>
            <a:ext cx="2560320" cy="1463040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20116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291840" y="2743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churned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month 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920240"/>
            <a:ext cx="2560320" cy="1463040"/>
          </a:xfrm>
          <a:prstGeom prst="rect">
            <a:avLst/>
          </a:prstGeom>
          <a:solidFill>
            <a:srgbClr val="F0FF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20116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035040" y="2743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churned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month 21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7490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The highest-ROI retention investment is in the first 60 days. Onboarding check-ins, guided setup, and early value demonstration should be prioritized.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"Features" is the #1 churn reason, but "Pricing" costs the most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371600"/>
          <a:ext cx="38404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937760" y="1371600"/>
            <a:ext cx="3749040" cy="29260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937760" y="1371600"/>
            <a:ext cx="54864" cy="2926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5"/>
          <p:cNvSpPr/>
          <p:nvPr/>
        </p:nvSpPr>
        <p:spPr>
          <a:xfrm>
            <a:off x="5212080" y="15087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212080" y="178308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problems: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(114 events)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volume. Product doesn't meet expectations. Requires product roadmap investment.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(91 events)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refund cost. Perceived value gap. Requires pricing tier restructure or better value communication.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DevTools churns at 31%, nearly 2x Cybersecurity (16%)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371600"/>
          <a:ext cx="384048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383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channel retention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37033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leads retain best. Event-sourced accounts have lowest retention and lowest MRR.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937760" y="1371600"/>
            <a:ext cx="3749040" cy="30175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937760" y="1371600"/>
            <a:ext cx="54864" cy="301752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0" name="Text 7"/>
          <p:cNvSpPr/>
          <p:nvPr/>
        </p:nvSpPr>
        <p:spPr>
          <a:xfrm>
            <a:off x="5212080" y="15087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STRATEGY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212080" y="1783080"/>
            <a:ext cx="32918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DevTools accounts need: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onboarding path with developer-specific templates and integrations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success manager assigned in first 30 days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Event-sourced leads need: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qualification before onboarding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nurture sequence reinforcing value proposition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leads are highest quality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SEO and content marketing to grow this channel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upgrades alone do not prevent churn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20.5% of churned accounts had an upgrade within 90 days of leaving. Upgrading signals engagement but doesn't address the root cause.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840480" cy="25603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1031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TIER DYNAMICS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Transitions are nearly symmetrical: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→ Enterprise: 2,853 (avg 120 days)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→ Pro: 2,850 (avg 116 days)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upgrade/downgrade volume signals a pricing or value perception issue. Users try premium, don't find incremental value, and revert.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37760" y="2011680"/>
            <a:ext cx="3749040" cy="25603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20640" y="21031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HEALTH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120640" y="237744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vs. Late cohorts: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2023 cohort: 38.9% churn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2024 cohort: 5.9% churn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Product-market fit is improving over time, but recency bias partially explains the gap. Continued monitoring of 2024 cohorts is critical.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initiatives to reduce churn by 30%+ within 6 months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560320" cy="292608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256032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ONBOARDING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5146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guided setup if user hasn't completed 3 key actions by day 7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check-in at day 14 and day 30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DevTools-specific onboarding path with developer templates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Reduce month 0-1 churn by 40%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463040"/>
            <a:ext cx="2560320" cy="2926080"/>
          </a:xfrm>
          <a:prstGeom prst="rect">
            <a:avLst/>
          </a:prstGeom>
          <a:solidFill>
            <a:srgbClr val="FFF5F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463040"/>
            <a:ext cx="256032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1645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383280" y="2148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FEATURE GAPS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25146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top 10 error-prone features and prioritize fixes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churned accounts citing "features" for specific gaps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public roadmap to signal investment to at-risk accounts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Reduce feature-driven churn by 25%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1463040"/>
            <a:ext cx="2560320" cy="2926080"/>
          </a:xfrm>
          <a:prstGeom prst="rect">
            <a:avLst/>
          </a:prstGeom>
          <a:solidFill>
            <a:srgbClr val="F0FF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0" y="1463040"/>
            <a:ext cx="256032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1645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080760" y="2148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PRICING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80760" y="25146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 tier benefits: Enterprise must show clear incremental value over Pro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mid-tier pricing to reduce downgrade volume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annual discount structures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Reduce upgrade/downgrade churn by 20%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2286000" cy="0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651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Jai Varanasi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InsightArc Analytics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sjaivaranasi@gmail.com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linkedin.com/in/sjaivaranasi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github.com/sjaivaranasi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RavenStack SaaS Churn &amp; Revenue Analysis</dc:title>
  <dc:subject>PptxGenJS Presentation</dc:subject>
  <dc:creator>S. Jai Varanasi</dc:creator>
  <cp:lastModifiedBy>S. Jai Varanasi</cp:lastModifiedBy>
  <cp:revision>1</cp:revision>
  <dcterms:created xsi:type="dcterms:W3CDTF">2026-04-04T02:13:19Z</dcterms:created>
  <dcterms:modified xsi:type="dcterms:W3CDTF">2026-04-04T02:13:19Z</dcterms:modified>
</cp:coreProperties>
</file>